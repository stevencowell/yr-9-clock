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c57e0dbe74868" /><Relationship Type="http://schemas.openxmlformats.org/officeDocument/2006/relationships/extended-properties" Target="/docProps/app.xml" Id="R874d2ec8891e4214" /><Relationship Type="http://schemas.openxmlformats.org/officeDocument/2006/relationships/officeDocument" Target="/ppt/presentation.xml" Id="R5fe40069d18549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9a5455e15f4dd3"/>
  </p:sldMasterIdLst>
  <p:notesMasterIdLst>
    <p:notesMasterId xmlns:r="http://schemas.openxmlformats.org/officeDocument/2006/relationships" r:id="Rd1b8e73beee347d0"/>
  </p:notesMasterIdLst>
  <p:sldIdLst>
    <p:sldId xmlns:r="http://schemas.openxmlformats.org/officeDocument/2006/relationships" id="256" r:id="R0507a669d3e94fcc"/>
    <p:sldId xmlns:r="http://schemas.openxmlformats.org/officeDocument/2006/relationships" id="257" r:id="R158e017914fd432f"/>
    <p:sldId xmlns:r="http://schemas.openxmlformats.org/officeDocument/2006/relationships" id="258" r:id="Rfdedb82c072c4c82"/>
    <p:sldId xmlns:r="http://schemas.openxmlformats.org/officeDocument/2006/relationships" id="259" r:id="R224fbcd945eb40f5"/>
    <p:sldId xmlns:r="http://schemas.openxmlformats.org/officeDocument/2006/relationships" id="260" r:id="R25a79d5cb96a4d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5629bd12de4691" /><Relationship Type="http://schemas.openxmlformats.org/officeDocument/2006/relationships/slideMaster" Target="/ppt/slideMasters/slideMaster1.xml" Id="Rf59a5455e15f4dd3" /><Relationship Type="http://schemas.openxmlformats.org/officeDocument/2006/relationships/notesMaster" Target="/ppt/notesMasters/notesMaster1.xml" Id="Rd1b8e73beee347d0" /><Relationship Type="http://schemas.openxmlformats.org/officeDocument/2006/relationships/presProps" Target="/ppt/presProps.xml" Id="Ra759c0839e074833" /><Relationship Type="http://schemas.openxmlformats.org/officeDocument/2006/relationships/tableStyles" Target="/ppt/tableStyles.xml" Id="Rdc858a49d05b4e97" /><Relationship Type="http://schemas.openxmlformats.org/officeDocument/2006/relationships/slide" Target="/ppt/slides/slide1.xml" Id="R0507a669d3e94fcc" /><Relationship Type="http://schemas.openxmlformats.org/officeDocument/2006/relationships/slide" Target="/ppt/slides/slide2.xml" Id="R158e017914fd432f" /><Relationship Type="http://schemas.openxmlformats.org/officeDocument/2006/relationships/slide" Target="/ppt/slides/slide3.xml" Id="Rfdedb82c072c4c82" /><Relationship Type="http://schemas.openxmlformats.org/officeDocument/2006/relationships/slide" Target="/ppt/slides/slide4.xml" Id="R224fbcd945eb40f5" /><Relationship Type="http://schemas.openxmlformats.org/officeDocument/2006/relationships/slide" Target="/ppt/slides/slide5.xml" Id="R25a79d5cb96a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dbfec348ba45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45edb24fbc47a9" /><Relationship Type="http://schemas.openxmlformats.org/officeDocument/2006/relationships/notesMaster" Target="/ppt/notesMasters/notesMaster1.xml" Id="R51844753f4bf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343abdf2ec448d" /><Relationship Type="http://schemas.openxmlformats.org/officeDocument/2006/relationships/notesMaster" Target="/ppt/notesMasters/notesMaster1.xml" Id="Re29e742e5f594a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b3eeb8fbd14eea" /><Relationship Type="http://schemas.openxmlformats.org/officeDocument/2006/relationships/notesMaster" Target="/ppt/notesMasters/notesMaster1.xml" Id="R5026213dca854c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433f36711b45c9" /><Relationship Type="http://schemas.openxmlformats.org/officeDocument/2006/relationships/notesMaster" Target="/ppt/notesMasters/notesMaster1.xml" Id="Re6a772b8e95a45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4dc53ae552483d" /><Relationship Type="http://schemas.openxmlformats.org/officeDocument/2006/relationships/notesMaster" Target="/ppt/notesMasters/notesMaster1.xml" Id="R7d1d2daf184244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67f6b187144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4ea254843043c9" /><Relationship Type="http://schemas.openxmlformats.org/officeDocument/2006/relationships/slideLayout" Target="/ppt/slideLayouts/slideLayout1.xml" Id="Raae756d8f91d4b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e756d8f91d4b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5e1f426c74269" /><Relationship Type="http://schemas.openxmlformats.org/officeDocument/2006/relationships/image" Target="/ppt/media/image.png" Id="R68fd728c30c54c1b" /><Relationship Type="http://schemas.openxmlformats.org/officeDocument/2006/relationships/notesSlide" Target="/ppt/notesSlides/notesSlide1.xml" Id="R835a22190ce7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6348f231c4deb" /><Relationship Type="http://schemas.openxmlformats.org/officeDocument/2006/relationships/image" Target="/ppt/media/image2.png" Id="Rf516aca7391d4ae1" /><Relationship Type="http://schemas.openxmlformats.org/officeDocument/2006/relationships/notesSlide" Target="/ppt/notesSlides/notesSlide2.xml" Id="R999ba946323943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afda58d1d4c2d" /><Relationship Type="http://schemas.openxmlformats.org/officeDocument/2006/relationships/image" Target="/ppt/media/image3.png" Id="Re7bbe64b8aad4230" /><Relationship Type="http://schemas.openxmlformats.org/officeDocument/2006/relationships/notesSlide" Target="/ppt/notesSlides/notesSlide3.xml" Id="R28a8a59a400543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4fa94a7a24af0" /><Relationship Type="http://schemas.openxmlformats.org/officeDocument/2006/relationships/image" Target="/ppt/media/image4.png" Id="Re046951b01814659" /><Relationship Type="http://schemas.openxmlformats.org/officeDocument/2006/relationships/notesSlide" Target="/ppt/notesSlides/notesSlide4.xml" Id="Re013be87f2994a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c5edbbe349da" /><Relationship Type="http://schemas.openxmlformats.org/officeDocument/2006/relationships/notesSlide" Target="/ppt/notesSlides/notesSlide5.xml" Id="Rb31fc50a0aec44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d728c30c54c1b"/>
          <a:stretch xmlns:a="http://schemas.openxmlformats.org/drawingml/2006/main"/>
        </p:blipFill>
        <p:spPr>
          <a:xfrm xmlns:a="http://schemas.openxmlformats.org/drawingml/2006/main">
            <a:off x="6667500" y="1294254"/>
            <a:ext cx="5524500" cy="4269491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C4EA57B-5802-4A3E-90C6-7405BD3B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D560838-2B60-43F1-AB29-9459AAB0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10 OF 10 · WEEKS 19–20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64FC03-1657-4C25-9575-3739C904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Final quality, revision and reflection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C5060A-1F71-4E6C-B1DC-B8F319B8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Use the Clock drawing, the three theory sections and the module evidence in sequence.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89368E2-51C6-4649-95C0-222A5A16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Clock Guided Course</a:t>
            </a:r>
          </a:p>
        </p:txBody>
      </p:sp>
    </p:spTree>
    <p:extLst>
      <p:ext uri="{BB962C8B-B14F-4D97-AF65-F5344CB8AC3E}">
        <p14:creationId xmlns:p14="http://schemas.microsoft.com/office/powerpoint/2010/main" val="361811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B955986D-26B7-48B9-ACCB-A430A364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10 OF 10 · WEEKS 19–20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9F2A2E68-3E8F-438D-B01A-CA06AD66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6aca7391d4ae1"/>
          <a:stretch xmlns:a="http://schemas.openxmlformats.org/drawingml/2006/main"/>
        </p:blipFill>
        <p:spPr>
          <a:xfrm xmlns:a="http://schemas.openxmlformats.org/drawingml/2006/main">
            <a:off x="657225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BCFDCFB1-ADBB-433A-8765-C7602D8F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Final quality assurance for the completed Clock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62EF0464-721F-4976-B026-ADB572D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Final quality assurance, or QA, is the last systematic check before the Clock is declared complete. It is not a quick glance or a chance to hide faults.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63E7100D-C5FC-4880-BD16-FF873FB9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B6936F0E-3CAA-4DD5-862D-73E8113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Final quality assurance means checking the completed Clock in a deliberate order, testing both function and appearance, recording faults honestly and confirming that the physical project and…</a:t>
            </a:r>
          </a:p>
        </p:txBody>
      </p:sp>
    </p:spTree>
    <p:extLst>
      <p:ext uri="{BB962C8B-B14F-4D97-AF65-F5344CB8AC3E}">
        <p14:creationId xmlns:p14="http://schemas.microsoft.com/office/powerpoint/2010/main" val="1101259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6AAA1048-754A-4DC7-B21E-1398D766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10 OF 10 · WEEKS 19–20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30C80C4E-D15B-4C2B-BB6E-FEBFA980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EA764107-D381-45D1-90DA-972960D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be64b8aad4230"/>
          <a:stretch xmlns:a="http://schemas.openxmlformats.org/drawingml/2006/main"/>
        </p:blipFill>
        <p:spPr>
          <a:xfrm xmlns:a="http://schemas.openxmlformats.org/drawingml/2006/main">
            <a:off x="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5F9378F3-9DCB-4B24-B2F6-99D67F89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Revising Clock theory and using feedback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0DC819D4-DA09-4F0D-812D-B0A77CE4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Effective revision is not simply rereading notes or remembering which option was correct in a quiz. It means retrieving an idea from memory, checking it against accurate feedback and correcting any misunderstanding.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E9DEDF18-3FB6-4FA8-A164-A4AC9C2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960F998C-532F-40C1-B59F-B5568D35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Useful revision retrieves knowledge, identifies the exact error, records the corrected idea and applies it to a specific Clock decision so the learning can transfer beyond one quiz question.</a:t>
            </a:r>
          </a:p>
        </p:txBody>
      </p:sp>
    </p:spTree>
    <p:extLst>
      <p:ext uri="{BB962C8B-B14F-4D97-AF65-F5344CB8AC3E}">
        <p14:creationId xmlns:p14="http://schemas.microsoft.com/office/powerpoint/2010/main" val="193766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13BD8774-5344-49D2-A827-2C199CF4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10 OF 10 · WEEKS 19–20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8DDE195A-2AC0-47D1-B403-40F7011E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6951b01814659"/>
          <a:stretch xmlns:a="http://schemas.openxmlformats.org/drawingml/2006/main"/>
        </p:blipFill>
        <p:spPr>
          <a:xfrm xmlns:a="http://schemas.openxmlformats.org/drawingml/2006/main">
            <a:off x="657225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7BE97F13-F150-4257-A3D7-6585E9DF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Submission, reflection and transferable workshop skills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9BB335C4-DA27-40D7-A0BE-A285998E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Completing the Clock is not the same as completing the submission. A finished project must be supported by a complete and organised hand-off of evidence.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4A955E5D-E603-4BA8-8BAF-202D40F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47067B22-6109-459B-A254-605B2AC0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complete Clock submission combines an officially uploaded evidence file, a secure backup and an honest reflection that shows how specific planning, accuracy, safety, quality-checking and…</a:t>
            </a:r>
          </a:p>
        </p:txBody>
      </p:sp>
    </p:spTree>
    <p:extLst>
      <p:ext uri="{BB962C8B-B14F-4D97-AF65-F5344CB8AC3E}">
        <p14:creationId xmlns:p14="http://schemas.microsoft.com/office/powerpoint/2010/main" val="928406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07B1DC56-163A-4D0A-B1BB-F1401D2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ED48F990-91AB-4A90-A478-2C120EF9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036158F1-1E4D-4E3A-BF3C-AFD012E8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803E8CD-AFC7-45B5-95A3-0420281E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Use these three Clock ideas to complete the Weeks 19–20 checks and evidence.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253C0935-133D-47D1-B570-A2339557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download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492657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2026-08-15T10:19:31.2970000Z</dcterms:created>
  <dcterms:modified xsi:type="dcterms:W3CDTF">2026-08-15T10:19:31.2970000Z</dcterms:modified>
</coreProperties>
</file>